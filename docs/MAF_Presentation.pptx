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Magneto-Atomic Field Theory (MAF)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Unified Presentation • Dogan Aramaci &amp; ChatGPT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MAF challenges the reductionist concept that 'atom = energy = light'. It proposes that magnetism is a fundamental organizing force across atoms, humans, and planets.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Principle 1: Intrinsic Atomic Magnetism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MAF states that every atom has a fundamental magnetic identity. Magnetism is not a byproduct but a primary characteristic.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Principle 2: Planets as Macro-Atoms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MAF models planets as giant magnetic dipoles, analogous to scaled-up atoms. Their magnetic resonance determines their stability and position in space.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Principle 3: Human Magnetic Lattice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Human biology forms a magnetic network derived from the sum of atomic magnetic moments. This network influences coherence, intuition, and biological regulation.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Principle 4: Micro–Macro Fractal Symmetry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MAF introduces a fractal relationship:</a:t>
            </a:r>
          </a:p>
          <a:p/>
          <a:p>
            <a:r>
              <a:t>Atomic Magnetic Field (µa)</a:t>
            </a:r>
          </a:p>
          <a:p>
            <a:r>
              <a:t>Human Magnetic Coherence (MH)</a:t>
            </a:r>
          </a:p>
          <a:p>
            <a:r>
              <a:t>Planetary Magnetic Field (MG)</a:t>
            </a:r>
          </a:p>
          <a:p/>
          <a:p>
            <a:r>
              <a:t>MH ∼ MG (fractal symmetry)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Formulas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1) µa = f(electron dynamics, nuclear texture, magnetic density)</a:t>
            </a:r>
          </a:p>
          <a:p>
            <a:r>
              <a:t>2) MH = Σ (µa × biological order)</a:t>
            </a:r>
          </a:p>
          <a:p>
            <a:r>
              <a:t>3) MG = Σ (core rotation × crustal magnetism × resonance)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Magnetic fields may influence cognition and emotional states.</a:t>
            </a:r>
          </a:p>
          <a:p>
            <a:r>
              <a:t>• Planetary cycles may affect collective human behavior.</a:t>
            </a:r>
          </a:p>
          <a:p>
            <a:r>
              <a:t>• Atomic magnetism could explain new coherence phenomena in complex systems.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MAF presents a unified magneto-fractal framework connecting atoms, organisms, and planets. A speculative foundation for future scientific exploration.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MAF-Quantum Extension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section extends MAF with quantum mechanical formulations.</a:t>
            </a:r>
          </a:p>
          <a:p/>
          <a:p>
            <a:r>
              <a:t>The quantum layer adds three new principles:</a:t>
            </a:r>
          </a:p>
          <a:p>
            <a:r>
              <a:t>  Principle 5: Quantum Spin as the Foundation of Atomic Magnetism</a:t>
            </a:r>
          </a:p>
          <a:p>
            <a:r>
              <a:t>  Principle 6: Quantum Coherence in Biological Magnetic Networks</a:t>
            </a:r>
          </a:p>
          <a:p>
            <a:r>
              <a:t>  Principle 7: Quantum Entanglement in Fractal Magnetic Symmetry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Principle 5: Quantum Spin &amp; Atomic Magnetism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MAF-Quantum posits that atomic magnetic identity originates from quantum spin states.</a:t>
            </a:r>
          </a:p>
          <a:p/>
          <a:p>
            <a:r>
              <a:t>Every electron and nucleus carries intrinsic angular momentum (spin) described by quantum numbers. The net magnetic moment is the vectorial sum of all spin and orbital contributions.</a:t>
            </a:r>
          </a:p>
          <a:p/>
          <a:p>
            <a:r>
              <a:t>Key Formula:</a:t>
            </a:r>
          </a:p>
          <a:p>
            <a:r>
              <a:t>µa = g · µB · sqrt(s(s+1))</a:t>
            </a:r>
          </a:p>
          <a:p/>
          <a:p>
            <a:r>
              <a:t>Where g is the Landé g-factor, µB is the Bohr magneton, and s is the spin quantum number.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Principle 6: Quantum Coherence in Biology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MAF-Quantum proposes that the human magnetic lattice (MH) involves quantum coherence effects — transient quantum correlations between atoms within biological macromolecules (proteins, DNA).</a:t>
            </a:r>
          </a:p>
          <a:p/>
          <a:p>
            <a:r>
              <a:t>Key Formula:</a:t>
            </a:r>
          </a:p>
          <a:p>
            <a:r>
              <a:t>MH(quantum) = MH(classical) + Delta_coherence</a:t>
            </a:r>
          </a:p>
          <a:p/>
          <a:p>
            <a:r>
              <a:t>Delta_coherence represents the coherence-enhanced contribution from entangled spin states in ordered biological structures.</a:t>
            </a:r>
          </a:p>
          <a:p/>
          <a:p>
            <a:r>
              <a:t>Quantum coherence amplifies the effective magnetic signal beyond classical summation.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Principle 7: Quantum Entanglement &amp; Fractal Symmetry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MAF-Quantum extends fractal correspondence (Principle 4) by proposing that quantum entanglement links magnetic states across scales.</a:t>
            </a:r>
          </a:p>
          <a:p/>
          <a:p>
            <a:r>
              <a:t>Key Formula:</a:t>
            </a:r>
          </a:p>
          <a:p>
            <a:r>
              <a:t>|psi_system&gt; = Σ ai |µai&gt; ⊗ |MHi&gt; ⊗ |MGi&gt;</a:t>
            </a:r>
          </a:p>
          <a:p/>
          <a:p>
            <a:r>
              <a:t>This represents the system as a quantum superposition of correlated atomic, biological, and planetary magnetic states.</a:t>
            </a:r>
          </a:p>
          <a:p/>
          <a:p>
            <a:r>
              <a:t>Local atomic spin states may be non-locally correlated with macroscopic field structures.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Quantum Mathematical Formulations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Q.1 Quantum Atomic Magnetic Moment:</a:t>
            </a:r>
          </a:p>
          <a:p>
            <a:r>
              <a:t>µa = -gJ · µB · J</a:t>
            </a:r>
          </a:p>
          <a:p>
            <a:r>
              <a:t>gJ = 1 + [J(J+1) + S(S+1) - L(L+1)] / [2J(J+1)]</a:t>
            </a:r>
          </a:p>
          <a:p/>
          <a:p>
            <a:r>
              <a:t>Q.2 Quantum Hamiltonian (energy in external field B):</a:t>
            </a:r>
          </a:p>
          <a:p>
            <a:r>
              <a:t>H = -µa · B = gJ · µB · mJ · B</a:t>
            </a:r>
          </a:p>
          <a:p/>
          <a:p>
            <a:r>
              <a:t>Q.3 Coherence-Enhanced Human Magnetic Structure:</a:t>
            </a:r>
          </a:p>
          <a:p>
            <a:r>
              <a:t>MH = Σi &lt;psi_i|µai|psi_i&gt; × (biological order)i × C_quantum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Quantum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Quantum Biology: Biological sensitivity to magnetic fields may be mediated by quantum coherence effects in radical-pair mechanisms (related to avian magnetoreception models).</a:t>
            </a:r>
          </a:p>
          <a:p/>
          <a:p>
            <a:r>
              <a:t>• Macroscopic Quantum Effects: Planetary magnetic cycles may influence quantum decoherence rates in biological systems — a theoretical quantum bridge between cosmic and cellular scales.</a:t>
            </a:r>
          </a:p>
          <a:p/>
          <a:p>
            <a:r>
              <a:t>• Quantum &amp; Consciousness: Collapse of quantum spin superpositions in neural magnetic structures may contribute to conscious experience (highly theoretical).</a:t>
            </a:r>
          </a:p>
          <a:p/>
          <a:p>
            <a:r>
              <a:t>• Entangled Field Dynamics: Perturbations in atomic spin ensembles may propagate coherently across biological and planetary scales.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Updated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MAF-Quantum extends the original magneto-fractal framework with quantum mechanical principles, creating a unified multi-scale theory.</a:t>
            </a:r>
          </a:p>
          <a:p/>
          <a:p>
            <a:r>
              <a:t>The theory now spans three integrated layers:</a:t>
            </a:r>
          </a:p>
          <a:p>
            <a:r>
              <a:t>  Classical MAF: Atomic → Biological → Planetary magnetic scaling</a:t>
            </a:r>
          </a:p>
          <a:p>
            <a:r>
              <a:t>  MAF-Quantum: Quantum spin, coherence, and entanglement effects</a:t>
            </a:r>
          </a:p>
          <a:p>
            <a:r>
              <a:t>  Fractal-Quantum Bridge: Non-local correlations across scales</a:t>
            </a:r>
          </a:p>
          <a:p/>
          <a:p>
            <a:r>
              <a:t>This remains a speculative but structured framework for future interdisciplinary scientific exploration.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