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Magneto-Atomic Field Theory (MAF)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Unified Presentation • Dogan Aramaci &amp; ChatGPT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MAF challenges the reductionist concept that 'atom = energy = light'. It proposes that magnetism is a fundamental organizing force across atoms, humans, and planets.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Principle 1: Intrinsic Atomic Magnetism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MAF states that every atom has a fundamental magnetic identity. Magnetism is not a byproduct but a primary characteristic.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Principle 2: Planets as Macro-Atoms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MAF models planets as giant magnetic dipoles, analogous to scaled-up atoms. Their magnetic resonance determines their stability and position in space.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Principle 3: Human Magnetic Lattice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Human biology forms a magnetic network derived from the sum of atomic magnetic moments. This network influences coherence, intuition, and biological regulation.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Principle 4: Micro–Macro Fractal Symmetry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MAF introduces a fractal relationship:</a:t>
            </a:r>
          </a:p>
          <a:p/>
          <a:p>
            <a:r>
              <a:t>Atomic Magnetic Field (µa)</a:t>
            </a:r>
          </a:p>
          <a:p>
            <a:r>
              <a:t>Human Magnetic Coherence (MH)</a:t>
            </a:r>
          </a:p>
          <a:p>
            <a:r>
              <a:t>Planetary Magnetic Field (MG)</a:t>
            </a:r>
          </a:p>
          <a:p/>
          <a:p>
            <a:r>
              <a:t>MH ∼ MG (fractal symmetry)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1) µa = f(electron dynamics, nuclear texture, magnetic density)</a:t>
            </a:r>
          </a:p>
          <a:p>
            <a:r>
              <a:t>2) MH = Σ (µa × biological order)</a:t>
            </a:r>
          </a:p>
          <a:p>
            <a:r>
              <a:t>3) MG = Σ (core rotation × crustal magnetism × resonance)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Magnetic fields may influence cognition and emotional states.</a:t>
            </a:r>
          </a:p>
          <a:p>
            <a:r>
              <a:t>• Planetary cycles may affect collective human behavior.</a:t>
            </a:r>
          </a:p>
          <a:p>
            <a:r>
              <a:t>• Atomic magnetism could explain new coherence phenomena in complex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MAF presents a unified magneto-fractal framework connecting atoms, organisms, and planets. A speculative foundation for future scientific exploration.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